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6"/>
  </p:notesMasterIdLst>
  <p:sldIdLst>
    <p:sldId id="263" r:id="rId5"/>
  </p:sldIdLst>
  <p:sldSz cx="12192000" cy="6858000"/>
  <p:notesSz cx="6858000" cy="9144000"/>
  <p:embeddedFontLst>
    <p:embeddedFont>
      <p:font typeface="Poppins SemiBold" panose="00000700000000000000" pitchFamily="2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Medium" panose="02000000000000000000" pitchFamily="2" charset="0"/>
      <p:regular r:id="rId15"/>
      <p: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BF6B0-6C71-4A89-ACF4-449F9401FAF8}" v="3" dt="2025-03-16T11:00:08.189"/>
    <p1510:client id="{74AD64F1-296C-43EE-8103-C3606060F901}" v="11" dt="2025-03-16T11:39:13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99" autoAdjust="0"/>
    <p:restoredTop sz="94694"/>
  </p:normalViewPr>
  <p:slideViewPr>
    <p:cSldViewPr snapToGrid="0">
      <p:cViewPr varScale="1">
        <p:scale>
          <a:sx n="76" d="100"/>
          <a:sy n="76" d="100"/>
        </p:scale>
        <p:origin x="102" y="3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Meijer" userId="c24b8644-88cf-4f83-958c-c3bcb32d65ed" providerId="ADAL" clId="{B9DC6A91-EFA8-4C3A-B9A1-6C3783E3570F}"/>
    <pc:docChg chg="delSld modMainMaster">
      <pc:chgData name="Hans Meijer" userId="c24b8644-88cf-4f83-958c-c3bcb32d65ed" providerId="ADAL" clId="{B9DC6A91-EFA8-4C3A-B9A1-6C3783E3570F}" dt="2025-03-17T06:43:01.442" v="12" actId="47"/>
      <pc:docMkLst>
        <pc:docMk/>
      </pc:docMkLst>
      <pc:sldChg chg="del">
        <pc:chgData name="Hans Meijer" userId="c24b8644-88cf-4f83-958c-c3bcb32d65ed" providerId="ADAL" clId="{B9DC6A91-EFA8-4C3A-B9A1-6C3783E3570F}" dt="2025-03-17T06:43:01.442" v="12" actId="47"/>
        <pc:sldMkLst>
          <pc:docMk/>
          <pc:sldMk cId="2313770661" sldId="266"/>
        </pc:sldMkLst>
      </pc:sldChg>
      <pc:sldChg chg="del">
        <pc:chgData name="Hans Meijer" userId="c24b8644-88cf-4f83-958c-c3bcb32d65ed" providerId="ADAL" clId="{B9DC6A91-EFA8-4C3A-B9A1-6C3783E3570F}" dt="2025-03-17T06:43:00.391" v="11" actId="47"/>
        <pc:sldMkLst>
          <pc:docMk/>
          <pc:sldMk cId="2983461546" sldId="706"/>
        </pc:sldMkLst>
      </pc:sldChg>
      <pc:sldMasterChg chg="modSldLayout sldLayoutOrd">
        <pc:chgData name="Hans Meijer" userId="c24b8644-88cf-4f83-958c-c3bcb32d65ed" providerId="ADAL" clId="{B9DC6A91-EFA8-4C3A-B9A1-6C3783E3570F}" dt="2025-03-17T06:36:09.763" v="10" actId="20578"/>
        <pc:sldMasterMkLst>
          <pc:docMk/>
          <pc:sldMasterMk cId="698863703" sldId="2147483648"/>
        </pc:sldMasterMkLst>
        <pc:sldLayoutChg chg="ord">
          <pc:chgData name="Hans Meijer" userId="c24b8644-88cf-4f83-958c-c3bcb32d65ed" providerId="ADAL" clId="{B9DC6A91-EFA8-4C3A-B9A1-6C3783E3570F}" dt="2025-03-17T06:35:01.652" v="8" actId="20578"/>
          <pc:sldLayoutMkLst>
            <pc:docMk/>
            <pc:sldMasterMk cId="698863703" sldId="2147483648"/>
            <pc:sldLayoutMk cId="1998534301" sldId="2147483649"/>
          </pc:sldLayoutMkLst>
        </pc:sldLayoutChg>
        <pc:sldLayoutChg chg="ord">
          <pc:chgData name="Hans Meijer" userId="c24b8644-88cf-4f83-958c-c3bcb32d65ed" providerId="ADAL" clId="{B9DC6A91-EFA8-4C3A-B9A1-6C3783E3570F}" dt="2025-03-17T06:36:09.763" v="10" actId="20578"/>
          <pc:sldLayoutMkLst>
            <pc:docMk/>
            <pc:sldMasterMk cId="698863703" sldId="2147483648"/>
            <pc:sldLayoutMk cId="1415178214" sldId="2147483650"/>
          </pc:sldLayoutMkLst>
        </pc:sldLayoutChg>
        <pc:sldLayoutChg chg="ord">
          <pc:chgData name="Hans Meijer" userId="c24b8644-88cf-4f83-958c-c3bcb32d65ed" providerId="ADAL" clId="{B9DC6A91-EFA8-4C3A-B9A1-6C3783E3570F}" dt="2025-03-17T06:34:08.326" v="5" actId="20578"/>
          <pc:sldLayoutMkLst>
            <pc:docMk/>
            <pc:sldMasterMk cId="698863703" sldId="2147483648"/>
            <pc:sldLayoutMk cId="2425965770" sldId="2147483651"/>
          </pc:sldLayoutMkLst>
        </pc:sldLayoutChg>
        <pc:sldLayoutChg chg="ord">
          <pc:chgData name="Hans Meijer" userId="c24b8644-88cf-4f83-958c-c3bcb32d65ed" providerId="ADAL" clId="{B9DC6A91-EFA8-4C3A-B9A1-6C3783E3570F}" dt="2025-03-17T06:34:17.680" v="6" actId="20578"/>
          <pc:sldLayoutMkLst>
            <pc:docMk/>
            <pc:sldMasterMk cId="698863703" sldId="2147483648"/>
            <pc:sldLayoutMk cId="3387100212" sldId="2147483652"/>
          </pc:sldLayoutMkLst>
        </pc:sldLayoutChg>
        <pc:sldLayoutChg chg="ord">
          <pc:chgData name="Hans Meijer" userId="c24b8644-88cf-4f83-958c-c3bcb32d65ed" providerId="ADAL" clId="{B9DC6A91-EFA8-4C3A-B9A1-6C3783E3570F}" dt="2025-03-17T06:34:28.198" v="7" actId="20578"/>
          <pc:sldLayoutMkLst>
            <pc:docMk/>
            <pc:sldMasterMk cId="698863703" sldId="2147483648"/>
            <pc:sldLayoutMk cId="3528698106" sldId="2147483653"/>
          </pc:sldLayoutMkLst>
        </pc:sldLayoutChg>
        <pc:sldLayoutChg chg="ord">
          <pc:chgData name="Hans Meijer" userId="c24b8644-88cf-4f83-958c-c3bcb32d65ed" providerId="ADAL" clId="{B9DC6A91-EFA8-4C3A-B9A1-6C3783E3570F}" dt="2025-03-17T06:35:51.988" v="9" actId="20578"/>
          <pc:sldLayoutMkLst>
            <pc:docMk/>
            <pc:sldMasterMk cId="698863703" sldId="2147483648"/>
            <pc:sldLayoutMk cId="3491747700" sldId="2147483656"/>
          </pc:sldLayoutMkLst>
        </pc:sldLayoutChg>
        <pc:sldLayoutChg chg="ord">
          <pc:chgData name="Hans Meijer" userId="c24b8644-88cf-4f83-958c-c3bcb32d65ed" providerId="ADAL" clId="{B9DC6A91-EFA8-4C3A-B9A1-6C3783E3570F}" dt="2025-03-17T06:31:45.256" v="2" actId="20578"/>
          <pc:sldLayoutMkLst>
            <pc:docMk/>
            <pc:sldMasterMk cId="698863703" sldId="2147483648"/>
            <pc:sldLayoutMk cId="3194946740" sldId="2147483658"/>
          </pc:sldLayoutMkLst>
        </pc:sldLayoutChg>
        <pc:sldLayoutChg chg="modSp mod ord">
          <pc:chgData name="Hans Meijer" userId="c24b8644-88cf-4f83-958c-c3bcb32d65ed" providerId="ADAL" clId="{B9DC6A91-EFA8-4C3A-B9A1-6C3783E3570F}" dt="2025-03-17T06:31:30.360" v="1" actId="20578"/>
          <pc:sldLayoutMkLst>
            <pc:docMk/>
            <pc:sldMasterMk cId="698863703" sldId="2147483648"/>
            <pc:sldLayoutMk cId="2759285017" sldId="2147483659"/>
          </pc:sldLayoutMkLst>
          <pc:spChg chg="mod">
            <ac:chgData name="Hans Meijer" userId="c24b8644-88cf-4f83-958c-c3bcb32d65ed" providerId="ADAL" clId="{B9DC6A91-EFA8-4C3A-B9A1-6C3783E3570F}" dt="2025-03-16T18:31:13.687" v="0" actId="6549"/>
            <ac:spMkLst>
              <pc:docMk/>
              <pc:sldMasterMk cId="698863703" sldId="2147483648"/>
              <pc:sldLayoutMk cId="2759285017" sldId="2147483659"/>
              <ac:spMk id="5" creationId="{2778AA59-AE1E-5CB4-6904-78A7D9EC640A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E63C9-FC78-B140-AEDE-BD998EF123D0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AA9F7-C2DD-2C4B-AB8F-4F479EA85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9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17/03/2025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6CEC6D-80A9-23B2-4CF5-C2F585019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7174" y="2931649"/>
            <a:ext cx="4737652" cy="9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9269E451-5AEB-FC4A-BCCF-1F96761DF371}" type="datetime1">
              <a:rPr lang="en-GB" smtClean="0"/>
              <a:t>17/03/2025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1" r:id="rId2"/>
    <p:sldLayoutId id="2147483652" r:id="rId3"/>
    <p:sldLayoutId id="2147483653" r:id="rId4"/>
    <p:sldLayoutId id="2147483656" r:id="rId5"/>
    <p:sldLayoutId id="2147483649" r:id="rId6"/>
    <p:sldLayoutId id="2147483650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150">
          <a:solidFill>
            <a:srgbClr val="ED6B2A"/>
          </a:solidFill>
          <a:latin typeface="Poppins SemiBold" pitchFamily="2" charset="77"/>
          <a:ea typeface="+mj-ea"/>
          <a:cs typeface="Poppins SemiBold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156082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68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b5035ff-ed4a-4733-8586-7c759bfb20d5">
      <Terms xmlns="http://schemas.microsoft.com/office/infopath/2007/PartnerControls"/>
    </lcf76f155ced4ddcb4097134ff3c332f>
    <TaxCatchAll xmlns="5452e1c7-ecaf-4958-b0ca-42e488089809" xsi:nil="true"/>
    <ShortDescription xmlns="1b5035ff-ed4a-4733-8586-7c759bfb20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4D23ABF0515C4EB43FDB1C8CB8E67B" ma:contentTypeVersion="16" ma:contentTypeDescription="Create a new document." ma:contentTypeScope="" ma:versionID="94eabc4543ac16108f9194192772bf61">
  <xsd:schema xmlns:xsd="http://www.w3.org/2001/XMLSchema" xmlns:xs="http://www.w3.org/2001/XMLSchema" xmlns:p="http://schemas.microsoft.com/office/2006/metadata/properties" xmlns:ns2="1b5035ff-ed4a-4733-8586-7c759bfb20d5" xmlns:ns3="5452e1c7-ecaf-4958-b0ca-42e488089809" targetNamespace="http://schemas.microsoft.com/office/2006/metadata/properties" ma:root="true" ma:fieldsID="35da4bea92419faae90bc7362bef656f" ns2:_="" ns3:_="">
    <xsd:import namespace="1b5035ff-ed4a-4733-8586-7c759bfb20d5"/>
    <xsd:import namespace="5452e1c7-ecaf-4958-b0ca-42e4880898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ShortDescriptio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035ff-ed4a-4733-8586-7c759bfb20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caacc5f-dda7-40b2-b4e3-7c6d0dff849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hortDescription" ma:index="21" nillable="true" ma:displayName="Short Description" ma:description="Short Document Description" ma:format="Dropdown" ma:internalName="ShortDescription">
      <xsd:simpleType>
        <xsd:restriction base="dms:Text">
          <xsd:maxLength value="64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52e1c7-ecaf-4958-b0ca-42e48808980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2138ce0-87df-4345-9a4e-e1ea5ff6e18e}" ma:internalName="TaxCatchAll" ma:showField="CatchAllData" ma:web="5452e1c7-ecaf-4958-b0ca-42e4880898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E54C2E-0E42-4404-817D-00E4F055D530}">
  <ds:schemaRefs>
    <ds:schemaRef ds:uri="http://schemas.microsoft.com/office/2006/metadata/properties"/>
    <ds:schemaRef ds:uri="http://schemas.microsoft.com/office/infopath/2007/PartnerControls"/>
    <ds:schemaRef ds:uri="1b5035ff-ed4a-4733-8586-7c759bfb20d5"/>
    <ds:schemaRef ds:uri="5452e1c7-ecaf-4958-b0ca-42e488089809"/>
  </ds:schemaRefs>
</ds:datastoreItem>
</file>

<file path=customXml/itemProps2.xml><?xml version="1.0" encoding="utf-8"?>
<ds:datastoreItem xmlns:ds="http://schemas.openxmlformats.org/officeDocument/2006/customXml" ds:itemID="{B3DF529C-4566-4998-AD62-8717AFAA88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388307-2A16-4DEB-B815-972301F183A0}"/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SemiBold</vt:lpstr>
      <vt:lpstr>Arial</vt:lpstr>
      <vt:lpstr>Roboto Medium</vt:lpstr>
      <vt:lpstr>Roboto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Maw</dc:creator>
  <cp:lastModifiedBy>Hans Meijer</cp:lastModifiedBy>
  <cp:revision>19</cp:revision>
  <dcterms:created xsi:type="dcterms:W3CDTF">2024-12-23T10:15:53Z</dcterms:created>
  <dcterms:modified xsi:type="dcterms:W3CDTF">2025-03-17T06:43:09Z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0x0101008F4D23ABF0515C4EB43FDB1C8CB8E67B</vt:lpwstr>
  </property>
  <property fmtid="{D5CDD505-2E9C-101B-9397-08002B2CF9AE}" pid="3" name="MediaServiceImageTags">
    <vt:lpwstr/>
  </property>
</Properties>
</file>