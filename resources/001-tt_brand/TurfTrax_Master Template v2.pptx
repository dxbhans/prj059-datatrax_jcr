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12"/>
  </p:notesMasterIdLst>
  <p:sldIdLst>
    <p:sldId id="266" r:id="rId5"/>
    <p:sldId id="261" r:id="rId6"/>
    <p:sldId id="267" r:id="rId7"/>
    <p:sldId id="264" r:id="rId8"/>
    <p:sldId id="262" r:id="rId9"/>
    <p:sldId id="265" r:id="rId10"/>
    <p:sldId id="263" r:id="rId11"/>
  </p:sldIdLst>
  <p:sldSz cx="12192000" cy="6858000"/>
  <p:notesSz cx="6858000" cy="9144000"/>
  <p:embeddedFontLst>
    <p:embeddedFont>
      <p:font typeface="Poppins SemiBold" panose="00000700000000000000" pitchFamily="2" charset="0"/>
      <p:regular r:id="rId13"/>
      <p:bold r:id="rId14"/>
      <p:italic r:id="rId15"/>
      <p:boldItalic r:id="rId16"/>
    </p:embeddedFont>
    <p:embeddedFont>
      <p:font typeface="Roboto" panose="02000000000000000000" pitchFamily="2" charset="0"/>
      <p:regular r:id="rId17"/>
      <p:bold r:id="rId18"/>
      <p:italic r:id="rId19"/>
      <p:boldItalic r:id="rId20"/>
    </p:embeddedFont>
    <p:embeddedFont>
      <p:font typeface="Roboto Medium" panose="02000000000000000000" pitchFamily="2" charset="0"/>
      <p:regular r:id="rId21"/>
      <p: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469"/>
    <a:srgbClr val="ED6B2A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9.fntdata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la Johnson" userId="61253fbe-847b-458f-8ce9-595063bada2e" providerId="ADAL" clId="{C196E855-29C1-4B11-BD1F-717667E73E83}"/>
    <pc:docChg chg="addSld">
      <pc:chgData name="Ella Johnson" userId="61253fbe-847b-458f-8ce9-595063bada2e" providerId="ADAL" clId="{C196E855-29C1-4B11-BD1F-717667E73E83}" dt="2026-02-11T08:11:23.979" v="0" actId="680"/>
      <pc:docMkLst>
        <pc:docMk/>
      </pc:docMkLst>
      <pc:sldChg chg="new">
        <pc:chgData name="Ella Johnson" userId="61253fbe-847b-458f-8ce9-595063bada2e" providerId="ADAL" clId="{C196E855-29C1-4B11-BD1F-717667E73E83}" dt="2026-02-11T08:11:23.979" v="0" actId="680"/>
        <pc:sldMkLst>
          <pc:docMk/>
          <pc:sldMk cId="622145247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FE63C9-FC78-B140-AEDE-BD998EF123D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AAA9F7-C2DD-2C4B-AB8F-4F479EA85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896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38CCBE-0DDE-6F14-4F77-7B854FE6CAA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F76CEC6D-80A9-23B2-4CF5-C2F585019A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27174" y="2931649"/>
            <a:ext cx="4737652" cy="994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534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ogo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38CCBE-0DDE-6F14-4F77-7B854FE6CAA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horse racing with jockeys on the back&#10;&#10;Description automatically generated">
            <a:extLst>
              <a:ext uri="{FF2B5EF4-FFF2-40B4-BE49-F238E27FC236}">
                <a16:creationId xmlns:a16="http://schemas.microsoft.com/office/drawing/2014/main" id="{B8961785-39F5-A5E4-79C0-FB30447F52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93442059-D605-7083-10AC-294F34D06E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55769" y="2433756"/>
            <a:ext cx="4740231" cy="99524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778AA59-AE1E-5CB4-6904-78A7D9EC64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9712" y="3677479"/>
            <a:ext cx="8988287" cy="2474843"/>
          </a:xfrm>
        </p:spPr>
        <p:txBody>
          <a:bodyPr anchor="t">
            <a:normAutofit/>
          </a:bodyPr>
          <a:lstStyle>
            <a:lvl1pPr algn="l">
              <a:defRPr sz="3600" b="0">
                <a:solidFill>
                  <a:srgbClr val="E7E469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26BFAE-4619-2DFB-9738-ACA81696D55B}"/>
              </a:ext>
            </a:extLst>
          </p:cNvPr>
          <p:cNvCxnSpPr>
            <a:cxnSpLocks/>
          </p:cNvCxnSpPr>
          <p:nvPr userDrawn="1"/>
        </p:nvCxnSpPr>
        <p:spPr>
          <a:xfrm>
            <a:off x="1480930" y="3677479"/>
            <a:ext cx="0" cy="2474843"/>
          </a:xfrm>
          <a:prstGeom prst="line">
            <a:avLst/>
          </a:prstGeom>
          <a:ln w="19050">
            <a:solidFill>
              <a:srgbClr val="E7E4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9285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F551F-9CF8-2EA3-E894-A43DBAD73F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AFCED0-0399-0B6B-C5BE-151062CC1C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93D1F-73A6-D030-C5A6-A09EFE080E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C623F96-8AAB-4D4A-8BC0-CE4A60925408}" type="datetime1">
              <a:rPr lang="en-GB" smtClean="0"/>
              <a:t>11/02/2026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FAFFC-EDD4-DF4F-7F27-4413893B8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46B60-EA8F-F4D3-9085-AE1D8E604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46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36FEF-8166-DFEA-7A16-A210ABE8C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F7EA6-3A8F-357B-534D-3A1AFF507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A9E1D-E072-EF57-6E1E-72426EB27A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6260E2-3096-304A-B2F3-5D55A1809FAA}" type="datetime1">
              <a:rPr lang="en-GB" smtClean="0"/>
              <a:t>11/02/2026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6DD6A-4027-AB08-2118-EA5EB8ADF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F7C6-AEC7-6D28-92F3-1645A79AE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178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50B67F-175B-E81F-AF60-6EE9E751EF6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E32C7EB-3EF7-3BED-DC71-B05C5A7E2B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E25221-0592-7111-38AB-BB523FBB0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6" y="2753139"/>
            <a:ext cx="5774628" cy="1067974"/>
          </a:xfrm>
        </p:spPr>
        <p:txBody>
          <a:bodyPr anchor="t">
            <a:normAutofit/>
          </a:bodyPr>
          <a:lstStyle>
            <a:lvl1pPr>
              <a:defRPr sz="3600">
                <a:solidFill>
                  <a:srgbClr val="E7E469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23999-6E02-7D7F-37F2-5ACAF9952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5" y="3839369"/>
            <a:ext cx="577462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0" name="Picture 9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D8BA9CBD-3650-E2EC-2E96-8FF782EA57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78078" y="5647664"/>
            <a:ext cx="3230428" cy="67825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7DF92CA-0C65-5920-0F97-CD42BE0CDC7C}"/>
              </a:ext>
            </a:extLst>
          </p:cNvPr>
          <p:cNvCxnSpPr>
            <a:cxnSpLocks/>
          </p:cNvCxnSpPr>
          <p:nvPr userDrawn="1"/>
        </p:nvCxnSpPr>
        <p:spPr>
          <a:xfrm>
            <a:off x="1030628" y="2753139"/>
            <a:ext cx="0" cy="2586417"/>
          </a:xfrm>
          <a:prstGeom prst="line">
            <a:avLst/>
          </a:prstGeom>
          <a:ln w="19050">
            <a:solidFill>
              <a:srgbClr val="E7E4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5965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803D8-8EBA-EBB3-9536-BAC84C74B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3000B-6273-9FFA-5820-ABFB440AE8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4F6965-FADB-2F38-59E3-F998718D3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69F765-6007-A3C8-81A7-E2E9800C5C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05B8D6B-59AD-5F49-88F2-F05FF881E42C}" type="datetime1">
              <a:rPr lang="en-GB" smtClean="0"/>
              <a:t>11/02/2026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87E31-16CC-9C41-13C8-12A42DF9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DB60FA-9475-F678-8DF7-43CAA56D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100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10CFB-F3FF-C35B-F1DC-6FF2D6C6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A2F02C-BB29-9B11-6D90-DC0233490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2BC351-79C0-E4F8-8674-0FF97F8A14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F9B873-9898-8774-9031-B73E408139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9F05FF-B39E-55F4-E948-2EDF1AD6E1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B38F23-E96C-33AD-50F4-3E9CA1DA76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3BE951-47DE-5548-93C6-D8A56BB295CA}" type="datetime1">
              <a:rPr lang="en-GB" smtClean="0"/>
              <a:t>11/02/2026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421717-5B9E-2513-F780-AD28533B7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A3C423-D885-D5EE-5026-84F181230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698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08D3F-4AEF-8739-316E-153AAB47F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40DEAE-3D03-1AEC-376A-3FEB7F380A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2C737D-1777-6040-8634-9D01F6868502}" type="datetime1">
              <a:rPr lang="en-GB" smtClean="0"/>
              <a:t>11/02/2026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DEFEF-7252-5F52-6F23-31F64D155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B80721-AFF2-EDDD-0F4A-AD71E8CD7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F04B0B8-FECE-A9CB-6451-E692DF83E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90688"/>
            <a:ext cx="10514012" cy="4030383"/>
          </a:xfrm>
        </p:spPr>
        <p:txBody>
          <a:bodyPr anchor="t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03477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E7A58D-8AA2-C7CA-02CA-CC3AA3FF6E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D65A99-9FD1-3740-8CB6-4504467555D9}" type="datetime1">
              <a:rPr lang="en-GB" smtClean="0"/>
              <a:t>11/02/2026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201C32-B0C9-C8AE-D3C0-148016792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01B25-ED06-2633-DFED-44CE00597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743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D6005-3A80-54DE-5949-3486224E8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AE749-DFE8-6894-0232-3C4E1AD5E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39E953-98EF-1DCC-FF99-1D54F603A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7AE77C-00C2-5386-DC36-453780575B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0A4FAC-80D4-864D-9EE6-C0D785556090}" type="datetime1">
              <a:rPr lang="en-GB" smtClean="0"/>
              <a:t>11/02/2026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448F5-2502-4244-2BAD-B0AACD092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A8168-70C9-2B08-4D81-F9E3D9A5C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47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973E9-7B51-9767-92C5-8B362C570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C887A3-6748-DBE6-EEA7-712C029554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6D9DEF-C31F-25F1-B72B-ECC352806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AD0B00-AD3B-B049-5D8D-0FEC48882D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4BD472-4DF1-764E-8769-CD2413A67EB7}" type="datetime1">
              <a:rPr lang="en-GB" smtClean="0"/>
              <a:t>11/02/2026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828D0-795F-DF02-2F4D-97568F6BE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481D0-03A2-CE91-9643-BEA3D91F0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503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3D5FC82-3682-877D-08D6-C57CE93DE77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t="22283"/>
          <a:stretch/>
        </p:blipFill>
        <p:spPr>
          <a:xfrm>
            <a:off x="0" y="6176962"/>
            <a:ext cx="12192000" cy="68103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EEA68D-A9F4-CD17-CAB6-B58C8F957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92D67-BD2A-6CD0-713E-4AA4124062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8046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A07B9-9330-3BAC-943C-619C8143CA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9269E451-5AEB-FC4A-BCCF-1F96761DF371}" type="datetime1">
              <a:rPr lang="en-GB" smtClean="0"/>
              <a:t>11/02/2026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B5860-0624-DF6A-531C-2D528A026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72A62-0988-BF3C-F527-2442AA889C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57B9ED84-8EE0-E941-B546-0ADBCA54B8B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4529E3F-E853-A2FC-88BE-2CA3666B0BF6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137913" y="6337115"/>
            <a:ext cx="1673087" cy="351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863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8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-150">
          <a:solidFill>
            <a:srgbClr val="ED6B2A"/>
          </a:solidFill>
          <a:latin typeface="Poppins SemiBold" pitchFamily="2" charset="77"/>
          <a:ea typeface="+mj-ea"/>
          <a:cs typeface="Poppins SemiBold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rgbClr val="156082"/>
          </a:solidFill>
          <a:latin typeface="Roboto Medium" panose="02000000000000000000" pitchFamily="2" charset="0"/>
          <a:ea typeface="Roboto Medium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rgbClr val="156082"/>
          </a:solidFill>
          <a:latin typeface="Roboto Medium" panose="02000000000000000000" pitchFamily="2" charset="0"/>
          <a:ea typeface="Roboto Medium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rgbClr val="156082"/>
          </a:solidFill>
          <a:latin typeface="Roboto Medium" panose="02000000000000000000" pitchFamily="2" charset="0"/>
          <a:ea typeface="Roboto Medium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156082"/>
          </a:solidFill>
          <a:latin typeface="Roboto Medium" panose="02000000000000000000" pitchFamily="2" charset="0"/>
          <a:ea typeface="Roboto Medium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156082"/>
          </a:solidFill>
          <a:latin typeface="Roboto Medium" panose="02000000000000000000" pitchFamily="2" charset="0"/>
          <a:ea typeface="Roboto Medium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E905F-B8D0-647E-5015-82AAA76510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770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4CF907-7E30-F44C-EEC2-7D9E634836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4FAA3E2-3B2C-F543-A480-730A0922B9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3EC569D-BFC1-C98E-A639-F8BFC21DF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D6666-0C11-EA4D-ACF3-4D237E5A061C}" type="datetime1">
              <a:rPr lang="en-GB" smtClean="0"/>
              <a:t>11/02/2026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DA3E5D7-CB68-82BE-D38C-96096028D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F90DB1F-0980-46A8-247E-8B3C539CC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ED84-8EE0-E941-B546-0ADBCA54B8B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317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CB200-26A1-6566-DF09-C11704AA3C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E9238A-9E0E-9EEF-AAE8-2EED14A226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C10AB-4ECF-B231-1373-502AD5E43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23F96-8AAB-4D4A-8BC0-CE4A60925408}" type="datetime1">
              <a:rPr lang="en-GB" smtClean="0"/>
              <a:t>11/02/2026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54E7B-E784-EBB2-0135-F03EBC299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BE830-ABEB-8289-8A4B-5C377C5EC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ED84-8EE0-E941-B546-0ADBCA54B8B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145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4C149F-2758-C3F3-7C14-B7807201A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CF3EB6-4F5B-C072-CC10-BDA81AD15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9531A9-3D45-CADD-61A9-A069384D7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0927C-A85B-FF40-820F-384CB988B490}" type="datetime1">
              <a:rPr lang="en-GB" smtClean="0"/>
              <a:t>11/02/2026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1AB1C3-3D2E-C201-5E3C-6C9165747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EC69BC-C382-490D-0C6C-5B7E9BA85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ED84-8EE0-E941-B546-0ADBCA54B8B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192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8CCB2-341A-323A-5718-68CE4C7DD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A4057-0333-7F57-288C-876C1A8C41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2F34C0-FB9B-9447-0FE4-157EE061A48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8CF81D-0A41-4133-A10B-A9568FA65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4434D-20C6-964F-ABF6-44C5060BB990}" type="datetime1">
              <a:rPr lang="en-GB" smtClean="0"/>
              <a:t>11/02/2026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7489E3-30FE-D285-420E-EE2DAEBD4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F15D78-89AC-AAE4-EDB8-F4D3C6128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ED84-8EE0-E941-B546-0ADBCA54B8B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25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metal object in a field&#10;&#10;Description automatically generated with medium confidence">
            <a:extLst>
              <a:ext uri="{FF2B5EF4-FFF2-40B4-BE49-F238E27FC236}">
                <a16:creationId xmlns:a16="http://schemas.microsoft.com/office/drawing/2014/main" id="{39481A17-D854-B987-8AFB-50510246937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/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2EBB716D-0224-CBEE-7515-B97C56D6F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7A7197-8713-D56C-93F5-F63E995FC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DAE51B78-A3DB-D1DB-254D-B7FE98763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7047" y="5584460"/>
            <a:ext cx="3531459" cy="741454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9B50581-72E6-3409-BCCC-9E0BBE04D954}"/>
              </a:ext>
            </a:extLst>
          </p:cNvPr>
          <p:cNvCxnSpPr>
            <a:cxnSpLocks/>
          </p:cNvCxnSpPr>
          <p:nvPr/>
        </p:nvCxnSpPr>
        <p:spPr>
          <a:xfrm>
            <a:off x="1030628" y="2753139"/>
            <a:ext cx="0" cy="2586417"/>
          </a:xfrm>
          <a:prstGeom prst="line">
            <a:avLst/>
          </a:prstGeom>
          <a:ln w="19050">
            <a:solidFill>
              <a:srgbClr val="E7E4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2873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0685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33198543CBD3498D437BD5B4DF3450" ma:contentTypeVersion="16" ma:contentTypeDescription="Create a new document." ma:contentTypeScope="" ma:versionID="19a3f75813b79a8dbdbdf84ff1ce9a4c">
  <xsd:schema xmlns:xsd="http://www.w3.org/2001/XMLSchema" xmlns:xs="http://www.w3.org/2001/XMLSchema" xmlns:p="http://schemas.microsoft.com/office/2006/metadata/properties" xmlns:ns2="92de0412-e4dc-42e5-8172-6ed8deb5ad74" xmlns:ns3="e3635445-9447-47d3-97b6-7acc9df6c778" targetNamespace="http://schemas.microsoft.com/office/2006/metadata/properties" ma:root="true" ma:fieldsID="7d117e56009fbbae3262c8e099476a29" ns2:_="" ns3:_="">
    <xsd:import namespace="92de0412-e4dc-42e5-8172-6ed8deb5ad74"/>
    <xsd:import namespace="e3635445-9447-47d3-97b6-7acc9df6c77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Comments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de0412-e4dc-42e5-8172-6ed8deb5ad7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04964da4-e9a2-4b03-9e9a-499671d643e7}" ma:internalName="TaxCatchAll" ma:showField="CatchAllData" ma:web="92de0412-e4dc-42e5-8172-6ed8deb5ad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635445-9447-47d3-97b6-7acc9df6c77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2caacc5f-dda7-40b2-b4e3-7c6d0dff849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Comments" ma:index="21" nillable="true" ma:displayName="Comments" ma:description="A comment for the file" ma:format="Dropdown" ma:internalName="Comments">
      <xsd:simpleType>
        <xsd:restriction base="dms:Text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2de0412-e4dc-42e5-8172-6ed8deb5ad74" xsi:nil="true"/>
    <Comments xmlns="e3635445-9447-47d3-97b6-7acc9df6c778" xsi:nil="true"/>
    <lcf76f155ced4ddcb4097134ff3c332f xmlns="e3635445-9447-47d3-97b6-7acc9df6c77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EBE7136-CA5C-4BA9-9B0A-76573F4E6C8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20EEC31-F746-4919-82E5-FDDDDA206695}"/>
</file>

<file path=customXml/itemProps3.xml><?xml version="1.0" encoding="utf-8"?>
<ds:datastoreItem xmlns:ds="http://schemas.openxmlformats.org/officeDocument/2006/customXml" ds:itemID="{EBAC38BE-30D4-43F0-ABC2-FD9AED150B3E}">
  <ds:schemaRefs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e3635445-9447-47d3-97b6-7acc9df6c778"/>
    <ds:schemaRef ds:uri="http://purl.org/dc/elements/1.1/"/>
    <ds:schemaRef ds:uri="http://purl.org/dc/terms/"/>
    <ds:schemaRef ds:uri="92de0412-e4dc-42e5-8172-6ed8deb5ad7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Poppins SemiBold</vt:lpstr>
      <vt:lpstr>Arial</vt:lpstr>
      <vt:lpstr>Roboto</vt:lpstr>
      <vt:lpstr>Roboto Medium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Maw</dc:creator>
  <cp:lastModifiedBy>Ella Johnson</cp:lastModifiedBy>
  <cp:revision>1</cp:revision>
  <dcterms:created xsi:type="dcterms:W3CDTF">2024-12-23T10:15:53Z</dcterms:created>
  <dcterms:modified xsi:type="dcterms:W3CDTF">2026-02-11T08:11:33Z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0x010100D833198543CBD3498D437BD5B4DF3450</vt:lpwstr>
  </property>
  <property fmtid="{D5CDD505-2E9C-101B-9397-08002B2CF9AE}" pid="3" name="MediaServiceImageTags">
    <vt:lpwstr/>
  </property>
</Properties>
</file>