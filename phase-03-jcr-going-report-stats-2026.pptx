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Default Extension="fntdata" ContentType="application/x-fontdata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embedTrueTypeFonts="1">
  <p:sldMasterIdLst>
    <p:sldMasterId id="2147483648" r:id="rId4"/>
  </p:sldMasterIdLst>
  <p:sldIdLst>
    <p:sldId id="256" r:id="rId5"/>
  </p:sldIdLst>
  <p:sldSz cx="12192000" cy="6858000"/>
  <p:notesSz cx="6858000" cy="9144000"/>
  <p:embeddedFontLst>
    <p:embeddedFont>
      <p:font charset="0" panose="00000700000000000000" pitchFamily="2" typeface="Poppins SemiBold"/>
      <p:regular r:id="rId6"/>
      <p:bold r:id="rId7"/>
      <p:italic r:id="rId8"/>
      <p:boldItalic r:id="rId9"/>
    </p:embeddedFont>
    <p:embeddedFont>
      <p:font charset="0" panose="02000000000000000000" pitchFamily="2" typeface="Roboto"/>
      <p:regular r:id="rId10"/>
      <p:bold r:id="rId11"/>
      <p:italic r:id="rId12"/>
      <p:boldItalic r:id="rId13"/>
    </p:embeddedFont>
    <p:embeddedFont>
      <p:font charset="0" panose="02000000000000000000" pitchFamily="2" typeface="Roboto Medium"/>
      <p:regular r:id="rId14"/>
      <p:italic r:id="rId15"/>
    </p:embeddedFont>
  </p:embeddedFontLst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E469"/>
    <a:srgbClr val="ED6B2A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9799"/>
    <p:restoredTop sz="94694"/>
  </p:normalViewPr>
  <p:slideViewPr>
    <p:cSldViewPr snapToGrid="0">
      <p:cViewPr varScale="1">
        <p:scale>
          <a:sx d="100" n="76"/>
          <a:sy d="100" n="76"/>
        </p:scale>
        <p:origin x="102" y="300"/>
      </p:cViewPr>
      <p:guideLst/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2" n="3"/>
        <a:sy d="2" n="3"/>
      </p:scale>
      <p:origin x="0" y="0"/>
    </p:cViewPr>
  </p:notesTextViewPr>
  <p:sorterViewPr>
    <p:cViewPr>
      <p:scale>
        <a:sx d="100" n="200"/>
        <a:sy d="100" n="200"/>
      </p:scale>
      <p:origin x="0" y="0"/>
    </p:cViewPr>
  </p:sorterViewPr>
  <p:gridSpacing cx="72008" cy="72008"/>
</p:viewPr>
</file>

<file path=ppt/_rels/presentation.xml.rels><?xml version="1.0" encoding="UTF-8"?><Relationships xmlns="http://schemas.openxmlformats.org/package/2006/relationships"><Relationship Id="rId5" Type="http://schemas.openxmlformats.org/officeDocument/2006/relationships/slide" Target="slides/slide1.xml" /><Relationship Id="rId7" Type="http://schemas.openxmlformats.org/officeDocument/2006/relationships/font" Target="fonts/font2.fntdata" /><Relationship Id="rId12" Type="http://schemas.openxmlformats.org/officeDocument/2006/relationships/font" Target="fonts/font7.fntdata" /><Relationship Id="rId17" Type="http://schemas.openxmlformats.org/officeDocument/2006/relationships/viewProps" Target="viewProps.xml" /><Relationship Id="rId3" Type="http://schemas.openxmlformats.org/officeDocument/2006/relationships/customXml" Target="../customXml/item3.xml" /><Relationship Id="rId20" Type="http://schemas.microsoft.com/office/2016/11/relationships/changesInfo" Target="changesInfos/changesInfo1.xml" /><Relationship Id="rId6" Type="http://schemas.openxmlformats.org/officeDocument/2006/relationships/font" Target="fonts/font1.fntdata" /><Relationship Id="rId11" Type="http://schemas.openxmlformats.org/officeDocument/2006/relationships/font" Target="fonts/font6.fntdata" /><Relationship Id="rId16" Type="http://schemas.openxmlformats.org/officeDocument/2006/relationships/presProps" Target="presProps.xml" /><Relationship Id="rId2" Type="http://schemas.openxmlformats.org/officeDocument/2006/relationships/customXml" Target="../customXml/item2.xml" /><Relationship Id="rId15" Type="http://schemas.openxmlformats.org/officeDocument/2006/relationships/font" Target="fonts/font10.fntdata" /><Relationship Id="rId19" Type="http://schemas.openxmlformats.org/officeDocument/2006/relationships/tableStyles" Target="tableStyles.xml" /><Relationship Id="rId1" Type="http://schemas.openxmlformats.org/officeDocument/2006/relationships/customXml" Target="../customXml/item1.xml" /><Relationship Id="rId10" Type="http://schemas.openxmlformats.org/officeDocument/2006/relationships/font" Target="fonts/font5.fntdata" /><Relationship Id="rId14" Type="http://schemas.openxmlformats.org/officeDocument/2006/relationships/font" Target="fonts/font9.fntdata" /><Relationship Id="rId9" Type="http://schemas.openxmlformats.org/officeDocument/2006/relationships/font" Target="fonts/font4.fntdata" /><Relationship Id="rId18" Type="http://schemas.openxmlformats.org/officeDocument/2006/relationships/theme" Target="theme/theme1.xml" /><Relationship Id="rId4" Type="http://schemas.openxmlformats.org/officeDocument/2006/relationships/slideMaster" Target="slideMasters/slideMaster1.xml" /><Relationship Id="rId8" Type="http://schemas.openxmlformats.org/officeDocument/2006/relationships/font" Target="fonts/font3.fntdata" /><Relationship Id="rId13" Type="http://schemas.openxmlformats.org/officeDocument/2006/relationships/font" Target="fonts/font8.fntdata" /><Relationship Id="rId21" Type="http://schemas.microsoft.com/office/2015/10/relationships/revisionInfo" Target="revisionInfo.xml" 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38CCBE-0DDE-6F14-4F77-7B854FE6CAA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horse racing with jockeys on the back&#10;&#10;Description automatically generated">
            <a:extLst>
              <a:ext uri="{FF2B5EF4-FFF2-40B4-BE49-F238E27FC236}">
                <a16:creationId xmlns:a16="http://schemas.microsoft.com/office/drawing/2014/main" id="{B8961785-39F5-A5E4-79C0-FB30447F52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93442059-D605-7083-10AC-294F34D06EB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355769" y="2433756"/>
            <a:ext cx="4740231" cy="99524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2778AA59-AE1E-5CB4-6904-78A7D9EC64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9712" y="3677479"/>
            <a:ext cx="8988287" cy="2474843"/>
          </a:xfrm>
        </p:spPr>
        <p:txBody>
          <a:bodyPr anchor="t">
            <a:normAutofit/>
          </a:bodyPr>
          <a:lstStyle>
            <a:lvl1pPr algn="l">
              <a:defRPr sz="3600" b="0">
                <a:solidFill>
                  <a:srgbClr val="E7E469"/>
                </a:solidFill>
              </a:defRPr>
            </a:lvl1pPr>
          </a:lstStyle>
          <a:p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26BFAE-4619-2DFB-9738-ACA81696D55B}"/>
              </a:ext>
            </a:extLst>
          </p:cNvPr>
          <p:cNvCxnSpPr>
            <a:cxnSpLocks/>
          </p:cNvCxnSpPr>
          <p:nvPr userDrawn="1"/>
        </p:nvCxnSpPr>
        <p:spPr>
          <a:xfrm>
            <a:off x="1480930" y="3677479"/>
            <a:ext cx="0" cy="2474843"/>
          </a:xfrm>
          <a:prstGeom prst="line">
            <a:avLst/>
          </a:prstGeom>
          <a:ln w="19050">
            <a:solidFill>
              <a:srgbClr val="E7E4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928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50B67F-175B-E81F-AF60-6EE9E751EF6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E32C7EB-3EF7-3BED-DC71-B05C5A7E2BB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E25221-0592-7111-38AB-BB523FBB0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6" y="2753139"/>
            <a:ext cx="5774628" cy="1067974"/>
          </a:xfrm>
        </p:spPr>
        <p:txBody>
          <a:bodyPr anchor="t">
            <a:normAutofit/>
          </a:bodyPr>
          <a:lstStyle>
            <a:lvl1pPr>
              <a:defRPr sz="3600">
                <a:solidFill>
                  <a:srgbClr val="E7E469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D23999-6E02-7D7F-37F2-5ACAF9952A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5" y="3839369"/>
            <a:ext cx="5774628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10" name="Picture 9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D8BA9CBD-3650-E2EC-2E96-8FF782EA57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78078" y="5647664"/>
            <a:ext cx="3230428" cy="67825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7DF92CA-0C65-5920-0F97-CD42BE0CDC7C}"/>
              </a:ext>
            </a:extLst>
          </p:cNvPr>
          <p:cNvCxnSpPr>
            <a:cxnSpLocks/>
          </p:cNvCxnSpPr>
          <p:nvPr userDrawn="1"/>
        </p:nvCxnSpPr>
        <p:spPr>
          <a:xfrm>
            <a:off x="1030628" y="2753139"/>
            <a:ext cx="0" cy="2586417"/>
          </a:xfrm>
          <a:prstGeom prst="line">
            <a:avLst/>
          </a:prstGeom>
          <a:ln w="19050">
            <a:solidFill>
              <a:srgbClr val="E7E4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5965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803D8-8EBA-EBB3-9536-BAC84C74B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3000B-6273-9FFA-5820-ABFB440AE8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4F6965-FADB-2F38-59E3-F998718D3B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69F765-6007-A3C8-81A7-E2E9800C5C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05B8D6B-59AD-5F49-88F2-F05FF881E42C}" type="datetime1">
              <a:rPr lang="en-GB" smtClean="0"/>
              <a:t>17/03/2025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A87E31-16CC-9C41-13C8-12A42DF90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DB60FA-9475-F678-8DF7-43CAA56D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5721072"/>
            <a:ext cx="457200" cy="365125"/>
          </a:xfrm>
          <a:prstGeom prst="rect">
            <a:avLst/>
          </a:prstGeom>
        </p:spPr>
        <p:txBody>
          <a:bodyPr/>
          <a:lstStyle/>
          <a:p>
            <a:fld id="{57B9ED84-8EE0-E941-B546-0ADBCA54B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100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10CFB-F3FF-C35B-F1DC-6FF2D6C6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A2F02C-BB29-9B11-6D90-DC02334901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2BC351-79C0-E4F8-8674-0FF97F8A14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F9B873-9898-8774-9031-B73E408139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9F05FF-B39E-55F4-E948-2EDF1AD6E1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B38F23-E96C-33AD-50F4-3E9CA1DA76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3BE951-47DE-5548-93C6-D8A56BB295CA}" type="datetime1">
              <a:rPr lang="en-GB" smtClean="0"/>
              <a:t>17/03/2025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421717-5B9E-2513-F780-AD28533B7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A3C423-D885-D5EE-5026-84F181230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5721072"/>
            <a:ext cx="457200" cy="365125"/>
          </a:xfrm>
          <a:prstGeom prst="rect">
            <a:avLst/>
          </a:prstGeom>
        </p:spPr>
        <p:txBody>
          <a:bodyPr/>
          <a:lstStyle/>
          <a:p>
            <a:fld id="{57B9ED84-8EE0-E941-B546-0ADBCA54B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698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D6005-3A80-54DE-5949-3486224E8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AE749-DFE8-6894-0232-3C4E1AD5EA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39E953-98EF-1DCC-FF99-1D54F603A3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7AE77C-00C2-5386-DC36-453780575B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0A4FAC-80D4-864D-9EE6-C0D785556090}" type="datetime1">
              <a:rPr lang="en-GB" smtClean="0"/>
              <a:t>17/03/2025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6448F5-2502-4244-2BAD-B0AACD092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DA8168-70C9-2B08-4D81-F9E3D9A5C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5721072"/>
            <a:ext cx="457200" cy="365125"/>
          </a:xfrm>
          <a:prstGeom prst="rect">
            <a:avLst/>
          </a:prstGeom>
        </p:spPr>
        <p:txBody>
          <a:bodyPr/>
          <a:lstStyle/>
          <a:p>
            <a:fld id="{57B9ED84-8EE0-E941-B546-0ADBCA54B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747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38CCBE-0DDE-6F14-4F77-7B854FE6CAA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F76CEC6D-80A9-23B2-4CF5-C2F585019A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27174" y="2931649"/>
            <a:ext cx="4737652" cy="994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534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36FEF-8166-DFEA-7A16-A210ABE8C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F7EA6-3A8F-357B-534D-3A1AFF507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A9E1D-E072-EF57-6E1E-72426EB27A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6260E2-3096-304A-B2F3-5D55A1809FAA}" type="datetime1">
              <a:rPr lang="en-GB" smtClean="0"/>
              <a:t>17/03/2025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6DD6A-4027-AB08-2118-EA5EB8ADF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6F7C6-AEC7-6D28-92F3-1645A79AE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5721072"/>
            <a:ext cx="457200" cy="365125"/>
          </a:xfrm>
          <a:prstGeom prst="rect">
            <a:avLst/>
          </a:prstGeom>
        </p:spPr>
        <p:txBody>
          <a:bodyPr/>
          <a:lstStyle/>
          <a:p>
            <a:fld id="{57B9ED84-8EE0-E941-B546-0ADBCA54B8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178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media/image2.png" Type="http://schemas.openxmlformats.org/officeDocument/2006/relationships/image" /><Relationship Id="rId4" Target="../slideLayouts/slideLayout4.xml" Type="http://schemas.openxmlformats.org/officeDocument/2006/relationships/slideLayout" /><Relationship Id="rId9" Target="../media/image1.jpg" Type="http://schemas.openxmlformats.org/officeDocument/2006/relationships/imag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3D5FC82-3682-877D-08D6-C57CE93DE779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 t="22283"/>
          <a:stretch/>
        </p:blipFill>
        <p:spPr>
          <a:xfrm>
            <a:off x="0" y="6176962"/>
            <a:ext cx="12192000" cy="681037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EEA68D-A9F4-CD17-CAB6-B58C8F957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GB"/>
              <a:t>Click to edit Master title style</a:t>
            </a:r>
            <a:endParaRPr dirty="0"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492D67-BD2A-6CD0-713E-4AA4124062FC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3804681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GB"/>
              <a:t>Click to edit Master text styles</a:t>
            </a:r>
          </a:p>
          <a:p>
            <a:pPr lvl="1"/>
            <a:r>
              <a:rPr dirty="0" lang="en-GB"/>
              <a:t>Second level</a:t>
            </a:r>
          </a:p>
          <a:p>
            <a:pPr lvl="2"/>
            <a:r>
              <a:rPr dirty="0" lang="en-GB"/>
              <a:t>Third level</a:t>
            </a:r>
          </a:p>
          <a:p>
            <a:pPr lvl="3"/>
            <a:r>
              <a:rPr dirty="0" lang="en-GB"/>
              <a:t>Fourth level</a:t>
            </a:r>
          </a:p>
          <a:p>
            <a:pPr lvl="4"/>
            <a:r>
              <a:rPr dirty="0" lang="en-GB"/>
              <a:t>Fifth level</a:t>
            </a:r>
            <a:endParaRPr dirty="0"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A07B9-9330-3BAC-943C-619C8143CA6A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bg1"/>
                </a:solidFill>
                <a:latin charset="0" panose="02000000000000000000" pitchFamily="2" typeface="Roboto"/>
                <a:ea charset="0" panose="02000000000000000000" pitchFamily="2" typeface="Roboto"/>
              </a:defRPr>
            </a:lvl1pPr>
          </a:lstStyle>
          <a:p>
            <a:fld id="{9269E451-5AEB-FC4A-BCCF-1F96761DF371}" type="datetime1">
              <a:rPr lang="en-GB" smtClean="0"/>
              <a:t>17/03/2025</a:t>
            </a:fld>
            <a:endParaRPr dirty="0"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B5860-0624-DF6A-531C-2D528A0262E0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bg1"/>
                </a:solidFill>
                <a:latin charset="0" panose="02000000000000000000" pitchFamily="2" typeface="Roboto"/>
                <a:ea charset="0" panose="02000000000000000000" pitchFamily="2" typeface="Roboto"/>
              </a:defRPr>
            </a:lvl1pPr>
          </a:lstStyle>
          <a:p>
            <a:endParaRPr dirty="0"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72A62-0988-BF3C-F527-2442AA889CBD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11353800" y="5721072"/>
            <a:ext cx="457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charset="0" panose="02000000000000000000" pitchFamily="2" typeface="Roboto"/>
                <a:ea charset="0" panose="02000000000000000000" pitchFamily="2" typeface="Roboto"/>
              </a:defRPr>
            </a:lvl1pPr>
          </a:lstStyle>
          <a:p>
            <a:fld id="{57B9ED84-8EE0-E941-B546-0ADBCA54B8B6}" type="slidenum">
              <a:rPr lang="en-US" smtClean="0"/>
              <a:pPr/>
              <a:t>‹#›</a:t>
            </a:fld>
            <a:endParaRPr dirty="0" lang="en-US"/>
          </a:p>
        </p:txBody>
      </p:sp>
      <p:pic>
        <p:nvPicPr>
          <p:cNvPr descr="A white text on a black background  Description automatically generated" id="8" name="Picture 7">
            <a:extLst>
              <a:ext uri="{FF2B5EF4-FFF2-40B4-BE49-F238E27FC236}">
                <a16:creationId xmlns:a16="http://schemas.microsoft.com/office/drawing/2014/main" id="{74529E3F-E853-A2FC-88BE-2CA3666B0BF6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0137913" y="6337115"/>
            <a:ext cx="1673087" cy="351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863703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59" r:id="rId1"/>
    <p:sldLayoutId id="2147483651" r:id="rId2"/>
    <p:sldLayoutId id="2147483652" r:id="rId3"/>
    <p:sldLayoutId id="2147483653" r:id="rId4"/>
    <p:sldLayoutId id="2147483656" r:id="rId5"/>
    <p:sldLayoutId id="2147483649" r:id="rId6"/>
    <p:sldLayoutId id="2147483650" r:id="rId7"/>
  </p:sldLayoutIdLst>
  <p:hf hdr="0"/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b="1" i="0" kern="1200" spc="-150" sz="4400">
          <a:solidFill>
            <a:srgbClr val="ED6B2A"/>
          </a:solidFill>
          <a:latin charset="77" pitchFamily="2" typeface="Poppins SemiBold"/>
          <a:ea typeface="+mj-ea"/>
          <a:cs charset="77" pitchFamily="2" typeface="Poppins SemiBold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b="0" i="0" kern="1200" sz="2800">
          <a:solidFill>
            <a:srgbClr val="156082"/>
          </a:solidFill>
          <a:latin charset="0" panose="02000000000000000000" pitchFamily="2" typeface="Roboto Medium"/>
          <a:ea charset="0" panose="02000000000000000000" pitchFamily="2" typeface="Roboto Medium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i="0" kern="1200" sz="2400">
          <a:solidFill>
            <a:srgbClr val="156082"/>
          </a:solidFill>
          <a:latin charset="0" panose="02000000000000000000" pitchFamily="2" typeface="Roboto Medium"/>
          <a:ea charset="0" panose="02000000000000000000" pitchFamily="2" typeface="Roboto Medium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i="0" kern="1200" sz="2000">
          <a:solidFill>
            <a:srgbClr val="156082"/>
          </a:solidFill>
          <a:latin charset="0" panose="02000000000000000000" pitchFamily="2" typeface="Roboto Medium"/>
          <a:ea charset="0" panose="02000000000000000000" pitchFamily="2" typeface="Roboto Medium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i="0" kern="1200" sz="1800">
          <a:solidFill>
            <a:srgbClr val="156082"/>
          </a:solidFill>
          <a:latin charset="0" panose="02000000000000000000" pitchFamily="2" typeface="Roboto Medium"/>
          <a:ea charset="0" panose="02000000000000000000" pitchFamily="2" typeface="Roboto Medium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i="0" kern="1200" sz="1800">
          <a:solidFill>
            <a:srgbClr val="156082"/>
          </a:solidFill>
          <a:latin charset="0" panose="02000000000000000000" pitchFamily="2" typeface="Roboto Medium"/>
          <a:ea charset="0" panose="02000000000000000000" pitchFamily="2" typeface="Roboto Medium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5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hase-03-jcr-going-report-stats-2026_files/figure-pptx/fig-going-report-stats-meeting-level-2024-outpu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816100"/>
            <a:ext cx="6438900" cy="3289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838200" y="5105400"/>
            <a:ext cx="10515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Figure 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A9E1D-E072-EF57-6E1E-72426EB27AA9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6260E2-3096-304A-B2F3-5D55A1809FAA}" type="datetime1">
              <a:rPr lang="en-GB" smtClean="0"/>
              <a:t>17/03/2025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6DD6A-4027-AB08-2118-EA5EB8ADF964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6F7C6-AEC7-6D28-92F3-1645A79AE988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11353800" y="5721072"/>
            <a:ext cx="457200" cy="365125"/>
          </a:xfrm>
          <a:prstGeom prst="rect">
            <a:avLst/>
          </a:prstGeom>
        </p:spPr>
        <p:txBody>
          <a:bodyPr/>
          <a:lstStyle/>
          <a:p>
            <a:fld id="{57B9ED84-8EE0-E941-B546-0ADBCA54B8B6}" type="slidenum">
              <a:rPr lang="en-US" smtClean="0"/>
              <a:t>‹#›</a:t>
            </a:fld>
            <a:endParaRPr lang="en-US"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Poppins SemiBold</vt:lpstr>
      <vt:lpstr>Arial</vt:lpstr>
      <vt:lpstr>Roboto Medium</vt:lpstr>
      <vt:lpstr>Roboto</vt:lpstr>
      <vt:lpstr>Aptos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2026-10-12T10:41:25Z</dcterms:created>
  <dcterms:modified xsi:type="dcterms:W3CDTF">2026-10-12T10:41:25Z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xecute">
    <vt:lpwstr/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jupyter">
    <vt:lpwstr>python3</vt:lpwstr>
  </property>
  <property fmtid="{D5CDD505-2E9C-101B-9397-08002B2CF9AE}" pid="8" name="labels">
    <vt:lpwstr/>
  </property>
  <property fmtid="{D5CDD505-2E9C-101B-9397-08002B2CF9AE}" pid="9" name="toc-title">
    <vt:lpwstr>Table of contents</vt:lpwstr>
  </property>
</Properties>
</file>